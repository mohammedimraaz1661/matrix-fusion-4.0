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4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2" r:id="rId7"/>
    <p:sldId id="261" r:id="rId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  <a:srgbClr val="EF5B2F"/>
    <a:srgbClr val="F28A1C"/>
    <a:srgbClr val="E98725"/>
    <a:srgbClr val="B94E2B"/>
    <a:srgbClr val="843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910F5-05BA-4528-B2A9-F6F4D179DA37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B72DF-3741-47F8-B6C7-E4826C4E91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15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21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8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6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3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6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7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4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2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/>
          <a:lstStyle/>
          <a:p>
            <a:r>
              <a:rPr lang="en-IN" dirty="0"/>
              <a:t>t</a:t>
            </a:r>
            <a:endParaRPr dirty="0"/>
          </a:p>
        </p:txBody>
      </p:sp>
      <p:sp>
        <p:nvSpPr>
          <p:cNvPr id="101" name="HeaderBand"/>
          <p:cNvSpPr>
            <a:spLocks noGrp="1"/>
          </p:cNvSpPr>
          <p:nvPr/>
        </p:nvSpPr>
        <p:spPr>
          <a:xfrm>
            <a:off x="0" y="1"/>
            <a:ext cx="18288000" cy="172761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2" name="GoldBar"/>
          <p:cNvSpPr>
            <a:spLocks noGrp="1"/>
          </p:cNvSpPr>
          <p:nvPr/>
        </p:nvSpPr>
        <p:spPr>
          <a:xfrm>
            <a:off x="0" y="1689100"/>
            <a:ext cx="18288000" cy="10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ooterBar"/>
          <p:cNvSpPr>
            <a:spLocks noGrp="1"/>
          </p:cNvSpPr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InstText"/>
          <p:cNvSpPr txBox="1"/>
          <p:nvPr/>
        </p:nvSpPr>
        <p:spPr>
          <a:xfrm>
            <a:off x="3048000" y="-292305"/>
            <a:ext cx="12192000" cy="198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Yen </a:t>
            </a:r>
            <a:r>
              <a:rPr lang="en-US" sz="2000" b="1" dirty="0" err="1">
                <a:solidFill>
                  <a:schemeClr val="bg1"/>
                </a:solidFill>
                <a:latin typeface="Times New Roman"/>
              </a:rPr>
              <a:t>Artificia</a:t>
            </a:r>
            <a:br>
              <a:rPr lang="en-US" sz="2000" b="1" dirty="0">
                <a:solidFill>
                  <a:schemeClr val="bg1"/>
                </a:solidFill>
                <a:latin typeface="Times New Roman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The Student Association of AIML Department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in association with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/>
              </a:rPr>
              <a:t>IEEE Student Branch </a:t>
            </a:r>
            <a:r>
              <a:rPr lang="en-US" b="1" dirty="0">
                <a:solidFill>
                  <a:srgbClr val="E8E0D0"/>
                </a:solidFill>
                <a:latin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ISTE Student Chapter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presents</a:t>
            </a:r>
          </a:p>
        </p:txBody>
      </p:sp>
      <p:sp>
        <p:nvSpPr>
          <p:cNvPr id="106" name="LogoRight"/>
          <p:cNvSpPr/>
          <p:nvPr/>
        </p:nvSpPr>
        <p:spPr>
          <a:xfrm>
            <a:off x="14305446" y="104863"/>
            <a:ext cx="1714239" cy="1423501"/>
          </a:xfrm>
          <a:custGeom>
            <a:avLst/>
            <a:gdLst/>
            <a:ahLst/>
            <a:cxnLst/>
            <a:rect l="l" t="t" r="r" b="b"/>
            <a:pathLst>
              <a:path w="2133600" h="1981200">
                <a:moveTo>
                  <a:pt x="0" y="0"/>
                </a:moveTo>
                <a:lnTo>
                  <a:pt x="2133600" y="0"/>
                </a:lnTo>
                <a:lnTo>
                  <a:pt x="2133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7" name="SepLine"/>
          <p:cNvSpPr>
            <a:spLocks noGrp="1"/>
          </p:cNvSpPr>
          <p:nvPr/>
        </p:nvSpPr>
        <p:spPr>
          <a:xfrm>
            <a:off x="1838608" y="2598762"/>
            <a:ext cx="146304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IdeaTitle"/>
          <p:cNvSpPr txBox="1"/>
          <p:nvPr/>
        </p:nvSpPr>
        <p:spPr>
          <a:xfrm>
            <a:off x="1838608" y="2751162"/>
            <a:ext cx="14630400" cy="2743200"/>
          </a:xfrm>
          <a:prstGeom prst="rect">
            <a:avLst/>
          </a:prstGeom>
          <a:solidFill>
            <a:srgbClr val="F8F6F1"/>
          </a:solidFill>
          <a:ln w="19050">
            <a:solidFill>
              <a:srgbClr val="C9A84C"/>
            </a:solidFill>
          </a:ln>
        </p:spPr>
        <p:txBody>
          <a:bodyPr wrap="square" lIns="228600" tIns="228600" rIns="228600" bIns="228600" rtlCol="0" anchor="ctr"/>
          <a:lstStyle/>
          <a:p>
            <a:pPr algn="ctr">
              <a:lnSpc>
                <a:spcPts val="8800"/>
              </a:lnSpc>
            </a:pPr>
            <a:r>
              <a:rPr lang="en-US" sz="6400" b="1" dirty="0">
                <a:solidFill>
                  <a:srgbClr val="152F4C"/>
                </a:solidFill>
                <a:latin typeface="Times New Roman"/>
              </a:rPr>
              <a:t>Idea Title</a:t>
            </a:r>
          </a:p>
          <a:p>
            <a:pPr algn="ctr"/>
            <a:r>
              <a:rPr lang="en-US" sz="2000" i="1" dirty="0">
                <a:solidFill>
                  <a:srgbClr val="C9A84C"/>
                </a:solidFill>
                <a:latin typeface="Times New Roman"/>
              </a:rPr>
              <a:t>[ Replace with your Idea / Project Title ]</a:t>
            </a:r>
          </a:p>
        </p:txBody>
      </p:sp>
      <p:sp>
        <p:nvSpPr>
          <p:cNvPr id="109" name="TeamBox"/>
          <p:cNvSpPr txBox="1"/>
          <p:nvPr/>
        </p:nvSpPr>
        <p:spPr>
          <a:xfrm>
            <a:off x="1838608" y="5671752"/>
            <a:ext cx="14630400" cy="3200400"/>
          </a:xfrm>
          <a:prstGeom prst="rect">
            <a:avLst/>
          </a:prstGeom>
          <a:solidFill>
            <a:srgbClr val="1E3D5C"/>
          </a:solidFill>
          <a:ln w="19050">
            <a:solidFill>
              <a:srgbClr val="C9A84C"/>
            </a:solidFill>
          </a:ln>
        </p:spPr>
        <p:txBody>
          <a:bodyPr wrap="square" lIns="457200" tIns="228600" rIns="457200" bIns="228600" rtlCol="0" anchor="ctr"/>
          <a:lstStyle/>
          <a:p>
            <a:pPr algn="ctr">
              <a:lnSpc>
                <a:spcPts val="3400"/>
              </a:lnSpc>
            </a:pPr>
            <a:r>
              <a:rPr lang="en-US" sz="3200" b="1" dirty="0">
                <a:solidFill>
                  <a:srgbClr val="C9A84C"/>
                </a:solidFill>
                <a:latin typeface="Times New Roman"/>
              </a:rPr>
              <a:t>Team Name</a:t>
            </a:r>
          </a:p>
          <a:p>
            <a:pPr algn="ctr">
              <a:lnSpc>
                <a:spcPts val="3200"/>
              </a:lnSpc>
            </a:pPr>
            <a:r>
              <a:rPr lang="en-US" sz="2800" dirty="0">
                <a:solidFill>
                  <a:srgbClr val="FFFFFF"/>
                </a:solidFill>
                <a:latin typeface="Times New Roman"/>
              </a:rPr>
              <a:t>Team Leader Name</a:t>
            </a:r>
          </a:p>
          <a:p>
            <a:pPr algn="ctr">
              <a:lnSpc>
                <a:spcPts val="3000"/>
              </a:lnSpc>
            </a:pPr>
            <a:r>
              <a:rPr lang="en-US" sz="2400" dirty="0">
                <a:solidFill>
                  <a:srgbClr val="B8C8D8"/>
                </a:solidFill>
                <a:latin typeface="Times New Roman"/>
              </a:rPr>
              <a:t>Member 2  |  Member 3  |  Member 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70A3E8-9331-5D53-040A-8F0EDE34C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5" y="34948"/>
            <a:ext cx="3572714" cy="12033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D6769B-C582-484F-F23F-6FDB4E5D1401}"/>
              </a:ext>
            </a:extLst>
          </p:cNvPr>
          <p:cNvSpPr txBox="1"/>
          <p:nvPr/>
        </p:nvSpPr>
        <p:spPr>
          <a:xfrm>
            <a:off x="1505172" y="1019220"/>
            <a:ext cx="218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sz="1400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B5CF7-C3E0-D955-BF36-4A15108276C7}"/>
              </a:ext>
            </a:extLst>
          </p:cNvPr>
          <p:cNvSpPr txBox="1"/>
          <p:nvPr/>
        </p:nvSpPr>
        <p:spPr>
          <a:xfrm>
            <a:off x="5229508" y="1257575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FUSION 4.0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21CE68D-E95D-8A7F-4D00-04DC827C8B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122117-05AC-BE35-AA7D-DD84837005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5" y="906141"/>
            <a:ext cx="2104186" cy="670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ooterBar"/>
          <p:cNvSpPr>
            <a:spLocks noGrp="1"/>
          </p:cNvSpPr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IdeaTag"/>
          <p:cNvSpPr txBox="1"/>
          <p:nvPr/>
        </p:nvSpPr>
        <p:spPr>
          <a:xfrm>
            <a:off x="457200" y="1866900"/>
            <a:ext cx="17373600" cy="457200"/>
          </a:xfrm>
          <a:prstGeom prst="rect">
            <a:avLst/>
          </a:prstGeom>
          <a:noFill/>
        </p:spPr>
        <p:txBody>
          <a:bodyPr wrap="square" lIns="228600" tIns="0" rIns="228600" bIns="0" rtlCol="0" anchor="ctr"/>
          <a:lstStyle/>
          <a:p>
            <a:pPr algn="l"/>
            <a:r>
              <a:rPr lang="en-US" sz="2000" i="1" dirty="0">
                <a:solidFill>
                  <a:srgbClr val="C9A84C"/>
                </a:solidFill>
                <a:latin typeface="Times New Roman"/>
              </a:rPr>
              <a:t>Idea Title</a:t>
            </a:r>
          </a:p>
        </p:txBody>
      </p:sp>
      <p:sp>
        <p:nvSpPr>
          <p:cNvPr id="108" name="SlideTitleBg"/>
          <p:cNvSpPr>
            <a:spLocks noGrp="1"/>
          </p:cNvSpPr>
          <p:nvPr/>
        </p:nvSpPr>
        <p:spPr>
          <a:xfrm>
            <a:off x="533400" y="1943100"/>
            <a:ext cx="17297400" cy="685800"/>
          </a:xfrm>
          <a:prstGeom prst="rect">
            <a:avLst/>
          </a:prstGeom>
          <a:solidFill>
            <a:srgbClr val="1E3D5C"/>
          </a:solidFill>
          <a:ln w="19050">
            <a:solidFill>
              <a:srgbClr val="C9A84C"/>
            </a:solidFill>
          </a:ln>
        </p:spPr>
        <p:txBody>
          <a:bodyPr wrap="square" lIns="228600" tIns="0" rIns="228600" bIns="0" rtlCol="0" anchor="ctr"/>
          <a:lstStyle/>
          <a:p>
            <a:pPr algn="ctr">
              <a:lnSpc>
                <a:spcPts val="6000"/>
              </a:lnSpc>
            </a:pPr>
            <a:r>
              <a:rPr lang="en-US" sz="3400" b="1" dirty="0">
                <a:solidFill>
                  <a:srgbClr val="C9A84C"/>
                </a:solidFill>
                <a:latin typeface="Times New Roman"/>
              </a:rPr>
              <a:t>  PROBLEM</a:t>
            </a:r>
          </a:p>
        </p:txBody>
      </p:sp>
      <p:sp>
        <p:nvSpPr>
          <p:cNvPr id="109" name="ContentBox"/>
          <p:cNvSpPr txBox="1"/>
          <p:nvPr/>
        </p:nvSpPr>
        <p:spPr>
          <a:xfrm>
            <a:off x="609600" y="2514311"/>
            <a:ext cx="8534400" cy="1149354"/>
          </a:xfrm>
          <a:prstGeom prst="rect">
            <a:avLst/>
          </a:prstGeom>
          <a:noFill/>
        </p:spPr>
        <p:txBody>
          <a:bodyPr wrap="square" lIns="228600" tIns="114300" rIns="228600" bIns="114300" rtlCol="0" anchor="t">
            <a:spAutoFit/>
          </a:bodyPr>
          <a:lstStyle/>
          <a:p>
            <a:pPr algn="l">
              <a:lnSpc>
                <a:spcPts val="3400"/>
              </a:lnSpc>
              <a:spcBef>
                <a:spcPts val="1200"/>
              </a:spcBef>
            </a:pPr>
            <a:endParaRPr lang="en-US" sz="2800" b="1" dirty="0">
              <a:solidFill>
                <a:srgbClr val="152F4C"/>
              </a:solidFill>
              <a:latin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Describe the problem</a:t>
            </a:r>
          </a:p>
        </p:txBody>
      </p:sp>
      <p:sp>
        <p:nvSpPr>
          <p:cNvPr id="120" name="WebFooter"/>
          <p:cNvSpPr txBox="1"/>
          <p:nvPr/>
        </p:nvSpPr>
        <p:spPr>
          <a:xfrm>
            <a:off x="457200" y="9930600"/>
            <a:ext cx="17373600" cy="330200"/>
          </a:xfrm>
          <a:prstGeom prst="rect">
            <a:avLst/>
          </a:prstGeom>
          <a:noFill/>
        </p:spPr>
        <p:txBody>
          <a:bodyPr wrap="square" lIns="114300" tIns="0" rIns="114300" bIns="0" rtlCol="0" anchor="ctr"/>
          <a:lstStyle/>
          <a:p>
            <a:pPr algn="ctr"/>
            <a:r>
              <a:rPr lang="en-US" sz="1600" dirty="0">
                <a:solidFill>
                  <a:srgbClr val="C9A84C"/>
                </a:solidFill>
                <a:latin typeface="Times New Roman"/>
              </a:rPr>
              <a:t>www.yenartificia.com</a:t>
            </a:r>
          </a:p>
        </p:txBody>
      </p:sp>
      <p:sp>
        <p:nvSpPr>
          <p:cNvPr id="30" name="HeaderBand">
            <a:extLst>
              <a:ext uri="{FF2B5EF4-FFF2-40B4-BE49-F238E27FC236}">
                <a16:creationId xmlns:a16="http://schemas.microsoft.com/office/drawing/2014/main" id="{5AFF0F03-CDA8-73D8-6251-38DD96C37BEC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8288000" cy="172761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31" name="GoldBar">
            <a:extLst>
              <a:ext uri="{FF2B5EF4-FFF2-40B4-BE49-F238E27FC236}">
                <a16:creationId xmlns:a16="http://schemas.microsoft.com/office/drawing/2014/main" id="{9A34A8CF-256F-A462-CF94-1B25DB4B77C2}"/>
              </a:ext>
            </a:extLst>
          </p:cNvPr>
          <p:cNvSpPr>
            <a:spLocks noGrp="1"/>
          </p:cNvSpPr>
          <p:nvPr/>
        </p:nvSpPr>
        <p:spPr>
          <a:xfrm>
            <a:off x="0" y="1689100"/>
            <a:ext cx="18288000" cy="10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LogoRight">
            <a:extLst>
              <a:ext uri="{FF2B5EF4-FFF2-40B4-BE49-F238E27FC236}">
                <a16:creationId xmlns:a16="http://schemas.microsoft.com/office/drawing/2014/main" id="{C815355C-D93C-5D6A-0DD1-5EFF804B1C15}"/>
              </a:ext>
            </a:extLst>
          </p:cNvPr>
          <p:cNvSpPr/>
          <p:nvPr/>
        </p:nvSpPr>
        <p:spPr>
          <a:xfrm>
            <a:off x="14305446" y="104863"/>
            <a:ext cx="1714239" cy="1423501"/>
          </a:xfrm>
          <a:custGeom>
            <a:avLst/>
            <a:gdLst/>
            <a:ahLst/>
            <a:cxnLst/>
            <a:rect l="l" t="t" r="r" b="b"/>
            <a:pathLst>
              <a:path w="2133600" h="1981200">
                <a:moveTo>
                  <a:pt x="0" y="0"/>
                </a:moveTo>
                <a:lnTo>
                  <a:pt x="2133600" y="0"/>
                </a:lnTo>
                <a:lnTo>
                  <a:pt x="2133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38FF185-CE0C-F6AA-74E4-BF85550D7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5" y="34948"/>
            <a:ext cx="3572714" cy="120335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1D48B8B-031C-9E9F-AB3D-09311DE9114C}"/>
              </a:ext>
            </a:extLst>
          </p:cNvPr>
          <p:cNvSpPr txBox="1"/>
          <p:nvPr/>
        </p:nvSpPr>
        <p:spPr>
          <a:xfrm>
            <a:off x="1505172" y="1019220"/>
            <a:ext cx="218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sz="1400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6CC7912-AC9C-5FAD-54B3-1708B5B1AB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389DBCC-BF13-CDF5-BD86-83FD248270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5" y="906141"/>
            <a:ext cx="2104186" cy="670245"/>
          </a:xfrm>
          <a:prstGeom prst="rect">
            <a:avLst/>
          </a:prstGeom>
        </p:spPr>
      </p:pic>
      <p:sp>
        <p:nvSpPr>
          <p:cNvPr id="41" name="InstText">
            <a:extLst>
              <a:ext uri="{FF2B5EF4-FFF2-40B4-BE49-F238E27FC236}">
                <a16:creationId xmlns:a16="http://schemas.microsoft.com/office/drawing/2014/main" id="{36E3A342-3CE8-BB51-9E68-4B167BCAC015}"/>
              </a:ext>
            </a:extLst>
          </p:cNvPr>
          <p:cNvSpPr txBox="1"/>
          <p:nvPr/>
        </p:nvSpPr>
        <p:spPr>
          <a:xfrm>
            <a:off x="3048000" y="-292305"/>
            <a:ext cx="12192000" cy="198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Yen </a:t>
            </a:r>
            <a:r>
              <a:rPr lang="en-US" sz="2000" b="1" dirty="0" err="1">
                <a:solidFill>
                  <a:schemeClr val="bg1"/>
                </a:solidFill>
                <a:latin typeface="Times New Roman"/>
              </a:rPr>
              <a:t>Artificia</a:t>
            </a:r>
            <a:br>
              <a:rPr lang="en-US" sz="2000" b="1" dirty="0">
                <a:solidFill>
                  <a:schemeClr val="bg1"/>
                </a:solidFill>
                <a:latin typeface="Times New Roman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The Student Association of AIML Department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in association with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/>
              </a:rPr>
              <a:t>IEEE Student Branch </a:t>
            </a:r>
            <a:r>
              <a:rPr lang="en-US" b="1" dirty="0">
                <a:solidFill>
                  <a:srgbClr val="E8E0D0"/>
                </a:solidFill>
                <a:latin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ISTE Student Chapter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presents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B966D9-929F-9152-B07C-FE1D82AB93DE}"/>
              </a:ext>
            </a:extLst>
          </p:cNvPr>
          <p:cNvSpPr txBox="1"/>
          <p:nvPr/>
        </p:nvSpPr>
        <p:spPr>
          <a:xfrm>
            <a:off x="5229508" y="1257575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FUSION 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C40B-5005-FF75-8467-323AB16B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>
            <a:extLst>
              <a:ext uri="{FF2B5EF4-FFF2-40B4-BE49-F238E27FC236}">
                <a16:creationId xmlns:a16="http://schemas.microsoft.com/office/drawing/2014/main" id="{6697E197-C5C3-5B04-02CE-20CB0BA626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ooterBar">
            <a:extLst>
              <a:ext uri="{FF2B5EF4-FFF2-40B4-BE49-F238E27FC236}">
                <a16:creationId xmlns:a16="http://schemas.microsoft.com/office/drawing/2014/main" id="{B35FBE7B-01A1-47EB-855C-B27FB2CC6F8A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WebFooter">
            <a:extLst>
              <a:ext uri="{FF2B5EF4-FFF2-40B4-BE49-F238E27FC236}">
                <a16:creationId xmlns:a16="http://schemas.microsoft.com/office/drawing/2014/main" id="{657F6E1F-FC3F-537B-79D2-84059E6838D7}"/>
              </a:ext>
            </a:extLst>
          </p:cNvPr>
          <p:cNvSpPr txBox="1"/>
          <p:nvPr/>
        </p:nvSpPr>
        <p:spPr>
          <a:xfrm>
            <a:off x="457200" y="9930600"/>
            <a:ext cx="17373600" cy="330200"/>
          </a:xfrm>
          <a:prstGeom prst="rect">
            <a:avLst/>
          </a:prstGeom>
          <a:noFill/>
        </p:spPr>
        <p:txBody>
          <a:bodyPr wrap="square" lIns="114300" tIns="0" rIns="114300" bIns="0" rtlCol="0" anchor="ctr"/>
          <a:lstStyle/>
          <a:p>
            <a:pPr algn="ctr"/>
            <a:r>
              <a:rPr lang="en-US" sz="1600" dirty="0">
                <a:solidFill>
                  <a:srgbClr val="C9A84C"/>
                </a:solidFill>
                <a:latin typeface="Times New Roman"/>
              </a:rPr>
              <a:t>www.yenartificia.com</a:t>
            </a:r>
          </a:p>
        </p:txBody>
      </p:sp>
      <p:sp>
        <p:nvSpPr>
          <p:cNvPr id="2" name="SlideTitleBg">
            <a:extLst>
              <a:ext uri="{FF2B5EF4-FFF2-40B4-BE49-F238E27FC236}">
                <a16:creationId xmlns:a16="http://schemas.microsoft.com/office/drawing/2014/main" id="{CE9CB576-46E2-FFAF-D100-DBE8115575CE}"/>
              </a:ext>
            </a:extLst>
          </p:cNvPr>
          <p:cNvSpPr>
            <a:spLocks noGrp="1"/>
          </p:cNvSpPr>
          <p:nvPr/>
        </p:nvSpPr>
        <p:spPr>
          <a:xfrm>
            <a:off x="304800" y="1943100"/>
            <a:ext cx="17702982" cy="685800"/>
          </a:xfrm>
          <a:prstGeom prst="rect">
            <a:avLst/>
          </a:prstGeom>
          <a:solidFill>
            <a:srgbClr val="1E3D5C"/>
          </a:solidFill>
          <a:ln w="19050">
            <a:solidFill>
              <a:srgbClr val="C9A84C"/>
            </a:solidFill>
          </a:ln>
        </p:spPr>
        <p:txBody>
          <a:bodyPr wrap="square" lIns="228600" tIns="0" rIns="228600" bIns="0" rtlCol="0" anchor="ctr"/>
          <a:lstStyle/>
          <a:p>
            <a:pPr algn="ctr">
              <a:lnSpc>
                <a:spcPts val="6000"/>
              </a:lnSpc>
            </a:pPr>
            <a:r>
              <a:rPr lang="en-US" sz="3400" b="1" dirty="0">
                <a:solidFill>
                  <a:srgbClr val="C9A84C"/>
                </a:solidFill>
                <a:latin typeface="Times New Roman"/>
              </a:rPr>
              <a:t>PROPOSED SOLUTION / IDEA</a:t>
            </a:r>
          </a:p>
        </p:txBody>
      </p:sp>
      <p:sp>
        <p:nvSpPr>
          <p:cNvPr id="3" name="ContentBox">
            <a:extLst>
              <a:ext uri="{FF2B5EF4-FFF2-40B4-BE49-F238E27FC236}">
                <a16:creationId xmlns:a16="http://schemas.microsoft.com/office/drawing/2014/main" id="{263F6719-FCCA-F993-6201-C33B32357B37}"/>
              </a:ext>
            </a:extLst>
          </p:cNvPr>
          <p:cNvSpPr txBox="1"/>
          <p:nvPr/>
        </p:nvSpPr>
        <p:spPr>
          <a:xfrm>
            <a:off x="304800" y="2623909"/>
            <a:ext cx="8534400" cy="2149627"/>
          </a:xfrm>
          <a:prstGeom prst="rect">
            <a:avLst/>
          </a:prstGeom>
          <a:noFill/>
        </p:spPr>
        <p:txBody>
          <a:bodyPr wrap="square" lIns="228600" tIns="114300" rIns="228600" bIns="114300" rtlCol="0" anchor="t">
            <a:spAutoFit/>
          </a:bodyPr>
          <a:lstStyle/>
          <a:p>
            <a:pPr algn="l">
              <a:lnSpc>
                <a:spcPts val="3200"/>
              </a:lnSpc>
              <a:spcBef>
                <a:spcPts val="800"/>
              </a:spcBef>
            </a:pPr>
            <a:endParaRPr lang="en-US" sz="2400" dirty="0">
              <a:solidFill>
                <a:srgbClr val="1A1A2E"/>
              </a:solidFill>
              <a:latin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52F4C"/>
                </a:solidFill>
                <a:latin typeface="Times New Roman"/>
              </a:rPr>
              <a:t>Describe your solution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Innovation and uniqueness of the solution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How it addresses your problem</a:t>
            </a:r>
          </a:p>
        </p:txBody>
      </p:sp>
      <p:sp>
        <p:nvSpPr>
          <p:cNvPr id="30" name="HeaderBand">
            <a:extLst>
              <a:ext uri="{FF2B5EF4-FFF2-40B4-BE49-F238E27FC236}">
                <a16:creationId xmlns:a16="http://schemas.microsoft.com/office/drawing/2014/main" id="{62669FEC-BA44-4A39-4DF3-31CFEC373792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8288000" cy="172761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31" name="GoldBar">
            <a:extLst>
              <a:ext uri="{FF2B5EF4-FFF2-40B4-BE49-F238E27FC236}">
                <a16:creationId xmlns:a16="http://schemas.microsoft.com/office/drawing/2014/main" id="{8B7DBE4B-A46F-ADBC-D545-C888709C9269}"/>
              </a:ext>
            </a:extLst>
          </p:cNvPr>
          <p:cNvSpPr>
            <a:spLocks noGrp="1"/>
          </p:cNvSpPr>
          <p:nvPr/>
        </p:nvSpPr>
        <p:spPr>
          <a:xfrm>
            <a:off x="0" y="1689100"/>
            <a:ext cx="18288000" cy="10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LogoRight">
            <a:extLst>
              <a:ext uri="{FF2B5EF4-FFF2-40B4-BE49-F238E27FC236}">
                <a16:creationId xmlns:a16="http://schemas.microsoft.com/office/drawing/2014/main" id="{315618CC-A98B-330E-58B5-77B3BE3D9665}"/>
              </a:ext>
            </a:extLst>
          </p:cNvPr>
          <p:cNvSpPr/>
          <p:nvPr/>
        </p:nvSpPr>
        <p:spPr>
          <a:xfrm>
            <a:off x="14305446" y="104863"/>
            <a:ext cx="1714239" cy="1423501"/>
          </a:xfrm>
          <a:custGeom>
            <a:avLst/>
            <a:gdLst/>
            <a:ahLst/>
            <a:cxnLst/>
            <a:rect l="l" t="t" r="r" b="b"/>
            <a:pathLst>
              <a:path w="2133600" h="1981200">
                <a:moveTo>
                  <a:pt x="0" y="0"/>
                </a:moveTo>
                <a:lnTo>
                  <a:pt x="2133600" y="0"/>
                </a:lnTo>
                <a:lnTo>
                  <a:pt x="2133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777F551-E517-B91C-67F9-0A01E1EED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5" y="34948"/>
            <a:ext cx="3572714" cy="120335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9AD881D-EC46-E696-0F2E-9FA52BB49509}"/>
              </a:ext>
            </a:extLst>
          </p:cNvPr>
          <p:cNvSpPr txBox="1"/>
          <p:nvPr/>
        </p:nvSpPr>
        <p:spPr>
          <a:xfrm>
            <a:off x="1505172" y="1019220"/>
            <a:ext cx="218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sz="1400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A4C6145-B289-A9C4-51C3-7965C5F174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3D5550D-E740-0476-9C8A-5AFDD59B9A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5" y="906141"/>
            <a:ext cx="2104186" cy="670245"/>
          </a:xfrm>
          <a:prstGeom prst="rect">
            <a:avLst/>
          </a:prstGeom>
        </p:spPr>
      </p:pic>
      <p:sp>
        <p:nvSpPr>
          <p:cNvPr id="4" name="InstText">
            <a:extLst>
              <a:ext uri="{FF2B5EF4-FFF2-40B4-BE49-F238E27FC236}">
                <a16:creationId xmlns:a16="http://schemas.microsoft.com/office/drawing/2014/main" id="{401286E8-BC46-C6CF-1B41-77DB8D375F22}"/>
              </a:ext>
            </a:extLst>
          </p:cNvPr>
          <p:cNvSpPr txBox="1"/>
          <p:nvPr/>
        </p:nvSpPr>
        <p:spPr>
          <a:xfrm>
            <a:off x="3048000" y="-292305"/>
            <a:ext cx="12192000" cy="198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Yen </a:t>
            </a:r>
            <a:r>
              <a:rPr lang="en-US" sz="2000" b="1" dirty="0" err="1">
                <a:solidFill>
                  <a:schemeClr val="bg1"/>
                </a:solidFill>
                <a:latin typeface="Times New Roman"/>
              </a:rPr>
              <a:t>Artificia</a:t>
            </a:r>
            <a:br>
              <a:rPr lang="en-US" sz="2000" b="1" dirty="0">
                <a:solidFill>
                  <a:schemeClr val="bg1"/>
                </a:solidFill>
                <a:latin typeface="Times New Roman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The Student Association of AIML Department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in association with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/>
              </a:rPr>
              <a:t>IEEE Student Branch </a:t>
            </a:r>
            <a:r>
              <a:rPr lang="en-US" b="1" dirty="0">
                <a:solidFill>
                  <a:srgbClr val="E8E0D0"/>
                </a:solidFill>
                <a:latin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ISTE Student Chapter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presents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4228B-C7F6-DDC9-761F-D75FB0171867}"/>
              </a:ext>
            </a:extLst>
          </p:cNvPr>
          <p:cNvSpPr txBox="1"/>
          <p:nvPr/>
        </p:nvSpPr>
        <p:spPr>
          <a:xfrm>
            <a:off x="5229508" y="1257575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FUSION 4.0</a:t>
            </a:r>
          </a:p>
        </p:txBody>
      </p:sp>
    </p:spTree>
    <p:extLst>
      <p:ext uri="{BB962C8B-B14F-4D97-AF65-F5344CB8AC3E}">
        <p14:creationId xmlns:p14="http://schemas.microsoft.com/office/powerpoint/2010/main" val="98977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ooterBar"/>
          <p:cNvSpPr>
            <a:spLocks noGrp="1"/>
          </p:cNvSpPr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lideTitleBg"/>
          <p:cNvSpPr>
            <a:spLocks noGrp="1"/>
          </p:cNvSpPr>
          <p:nvPr/>
        </p:nvSpPr>
        <p:spPr>
          <a:xfrm>
            <a:off x="457200" y="1943100"/>
            <a:ext cx="17373600" cy="685800"/>
          </a:xfrm>
          <a:prstGeom prst="rect">
            <a:avLst/>
          </a:prstGeom>
          <a:solidFill>
            <a:srgbClr val="1E3D5C"/>
          </a:solidFill>
          <a:ln w="19050">
            <a:solidFill>
              <a:srgbClr val="C9A84C"/>
            </a:solidFill>
          </a:ln>
        </p:spPr>
        <p:txBody>
          <a:bodyPr wrap="square" lIns="228600" tIns="0" rIns="228600" bIns="0" rtlCol="0" anchor="ctr"/>
          <a:lstStyle/>
          <a:p>
            <a:pPr algn="ctr">
              <a:lnSpc>
                <a:spcPts val="6000"/>
              </a:lnSpc>
            </a:pPr>
            <a:r>
              <a:rPr lang="en-US" sz="3400" b="1" dirty="0">
                <a:solidFill>
                  <a:srgbClr val="C9A84C"/>
                </a:solidFill>
                <a:latin typeface="Times New Roman"/>
              </a:rPr>
              <a:t>TECHNICAL ARCHITECTURE</a:t>
            </a:r>
          </a:p>
        </p:txBody>
      </p:sp>
      <p:sp>
        <p:nvSpPr>
          <p:cNvPr id="108" name="ContentBox"/>
          <p:cNvSpPr txBox="1"/>
          <p:nvPr/>
        </p:nvSpPr>
        <p:spPr>
          <a:xfrm>
            <a:off x="457200" y="2730500"/>
            <a:ext cx="17373600" cy="2175275"/>
          </a:xfrm>
          <a:prstGeom prst="rect">
            <a:avLst/>
          </a:prstGeom>
          <a:noFill/>
        </p:spPr>
        <p:txBody>
          <a:bodyPr wrap="square" lIns="228600" tIns="114300" rIns="228600" bIns="114300" rtlCol="0" anchor="t">
            <a:spAutoFit/>
          </a:bodyPr>
          <a:lstStyle/>
          <a:p>
            <a:pPr algn="l">
              <a:lnSpc>
                <a:spcPts val="3400"/>
              </a:lnSpc>
              <a:spcBef>
                <a:spcPts val="1200"/>
              </a:spcBef>
            </a:pPr>
            <a:endParaRPr lang="en-US" sz="2800" b="1" dirty="0">
              <a:solidFill>
                <a:srgbClr val="152F4C"/>
              </a:solidFill>
              <a:latin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Technologies used (e.g., programming languages, ML models, frameworks, hardware, frontend, middle tier, backend )</a:t>
            </a:r>
          </a:p>
          <a:p>
            <a:pPr marL="457200" indent="-457200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4A4A6A"/>
                </a:solidFill>
                <a:latin typeface="Times New Roman"/>
              </a:rPr>
              <a:t>Flow Charts / Architecture Diagrams / Working Prototype / Images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endParaRPr lang="en-US" sz="2400" dirty="0">
              <a:solidFill>
                <a:srgbClr val="1A1A2E"/>
              </a:solidFill>
              <a:latin typeface="Times New Roman"/>
            </a:endParaRPr>
          </a:p>
        </p:txBody>
      </p:sp>
      <p:sp>
        <p:nvSpPr>
          <p:cNvPr id="120" name="WebFooter"/>
          <p:cNvSpPr txBox="1"/>
          <p:nvPr/>
        </p:nvSpPr>
        <p:spPr>
          <a:xfrm>
            <a:off x="457200" y="9930600"/>
            <a:ext cx="17373600" cy="330200"/>
          </a:xfrm>
          <a:prstGeom prst="rect">
            <a:avLst/>
          </a:prstGeom>
          <a:noFill/>
        </p:spPr>
        <p:txBody>
          <a:bodyPr wrap="square" lIns="114300" tIns="0" rIns="114300" bIns="0" rtlCol="0" anchor="ctr"/>
          <a:lstStyle/>
          <a:p>
            <a:pPr algn="ctr"/>
            <a:r>
              <a:rPr lang="en-US" sz="1600" dirty="0">
                <a:solidFill>
                  <a:srgbClr val="C9A84C"/>
                </a:solidFill>
                <a:latin typeface="Times New Roman"/>
              </a:rPr>
              <a:t>www.yenartificia.com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AC9A10-AB53-9638-3D78-98F2F4E38D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sp>
        <p:nvSpPr>
          <p:cNvPr id="19" name="HeaderBand">
            <a:extLst>
              <a:ext uri="{FF2B5EF4-FFF2-40B4-BE49-F238E27FC236}">
                <a16:creationId xmlns:a16="http://schemas.microsoft.com/office/drawing/2014/main" id="{1C81F23D-2FF7-8CE5-52B7-2AC87C73CDDF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8288000" cy="172761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20" name="GoldBar">
            <a:extLst>
              <a:ext uri="{FF2B5EF4-FFF2-40B4-BE49-F238E27FC236}">
                <a16:creationId xmlns:a16="http://schemas.microsoft.com/office/drawing/2014/main" id="{F7F6CA0E-0CFA-0637-A70A-F8170AC958EB}"/>
              </a:ext>
            </a:extLst>
          </p:cNvPr>
          <p:cNvSpPr>
            <a:spLocks noGrp="1"/>
          </p:cNvSpPr>
          <p:nvPr/>
        </p:nvSpPr>
        <p:spPr>
          <a:xfrm>
            <a:off x="0" y="1689100"/>
            <a:ext cx="18288000" cy="10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ogoRight">
            <a:extLst>
              <a:ext uri="{FF2B5EF4-FFF2-40B4-BE49-F238E27FC236}">
                <a16:creationId xmlns:a16="http://schemas.microsoft.com/office/drawing/2014/main" id="{8D73154A-F6B9-31DA-A4B1-64916694E127}"/>
              </a:ext>
            </a:extLst>
          </p:cNvPr>
          <p:cNvSpPr/>
          <p:nvPr/>
        </p:nvSpPr>
        <p:spPr>
          <a:xfrm>
            <a:off x="14305446" y="104863"/>
            <a:ext cx="1714239" cy="1423501"/>
          </a:xfrm>
          <a:custGeom>
            <a:avLst/>
            <a:gdLst/>
            <a:ahLst/>
            <a:cxnLst/>
            <a:rect l="l" t="t" r="r" b="b"/>
            <a:pathLst>
              <a:path w="2133600" h="1981200">
                <a:moveTo>
                  <a:pt x="0" y="0"/>
                </a:moveTo>
                <a:lnTo>
                  <a:pt x="2133600" y="0"/>
                </a:lnTo>
                <a:lnTo>
                  <a:pt x="2133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F47A3E9-06F1-AF80-1E06-1E45F30773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5" y="34948"/>
            <a:ext cx="3572714" cy="12033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41FD653-E8D3-0A00-EA52-20186BC37EA0}"/>
              </a:ext>
            </a:extLst>
          </p:cNvPr>
          <p:cNvSpPr txBox="1"/>
          <p:nvPr/>
        </p:nvSpPr>
        <p:spPr>
          <a:xfrm>
            <a:off x="1505172" y="1019220"/>
            <a:ext cx="218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sz="1400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33EB05E-A7AE-992F-A477-BC5289EE7E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176B4DD-C7E4-F0D8-DE50-F596C07600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5" y="906141"/>
            <a:ext cx="2104186" cy="670245"/>
          </a:xfrm>
          <a:prstGeom prst="rect">
            <a:avLst/>
          </a:prstGeom>
        </p:spPr>
      </p:pic>
      <p:sp>
        <p:nvSpPr>
          <p:cNvPr id="28" name="InstText">
            <a:extLst>
              <a:ext uri="{FF2B5EF4-FFF2-40B4-BE49-F238E27FC236}">
                <a16:creationId xmlns:a16="http://schemas.microsoft.com/office/drawing/2014/main" id="{0598769D-81D1-1B0F-17EB-8214A25F1946}"/>
              </a:ext>
            </a:extLst>
          </p:cNvPr>
          <p:cNvSpPr txBox="1"/>
          <p:nvPr/>
        </p:nvSpPr>
        <p:spPr>
          <a:xfrm>
            <a:off x="3048000" y="-292305"/>
            <a:ext cx="12192000" cy="198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Yen </a:t>
            </a:r>
            <a:r>
              <a:rPr lang="en-US" sz="2000" b="1" dirty="0" err="1">
                <a:solidFill>
                  <a:schemeClr val="bg1"/>
                </a:solidFill>
                <a:latin typeface="Times New Roman"/>
              </a:rPr>
              <a:t>Artificia</a:t>
            </a:r>
            <a:br>
              <a:rPr lang="en-US" sz="2000" b="1" dirty="0">
                <a:solidFill>
                  <a:schemeClr val="bg1"/>
                </a:solidFill>
                <a:latin typeface="Times New Roman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The Student Association of AIML Department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in association with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/>
              </a:rPr>
              <a:t>IEEE Student Branch </a:t>
            </a:r>
            <a:r>
              <a:rPr lang="en-US" b="1" dirty="0">
                <a:solidFill>
                  <a:srgbClr val="E8E0D0"/>
                </a:solidFill>
                <a:latin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ISTE Student Chapter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presents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6CF142-D17B-6C98-B67F-DD790DA9159E}"/>
              </a:ext>
            </a:extLst>
          </p:cNvPr>
          <p:cNvSpPr txBox="1"/>
          <p:nvPr/>
        </p:nvSpPr>
        <p:spPr>
          <a:xfrm>
            <a:off x="5229508" y="1257575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FUSION 4.0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ooterBar"/>
          <p:cNvSpPr>
            <a:spLocks noGrp="1"/>
          </p:cNvSpPr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lideTitleBg"/>
          <p:cNvSpPr>
            <a:spLocks noGrp="1"/>
          </p:cNvSpPr>
          <p:nvPr/>
        </p:nvSpPr>
        <p:spPr>
          <a:xfrm>
            <a:off x="457200" y="1943100"/>
            <a:ext cx="17373600" cy="685800"/>
          </a:xfrm>
          <a:prstGeom prst="rect">
            <a:avLst/>
          </a:prstGeom>
          <a:solidFill>
            <a:srgbClr val="1E3D5C"/>
          </a:solidFill>
          <a:ln w="19050">
            <a:solidFill>
              <a:srgbClr val="C9A84C"/>
            </a:solidFill>
          </a:ln>
        </p:spPr>
        <p:txBody>
          <a:bodyPr wrap="square" lIns="228600" tIns="0" rIns="228600" bIns="0" rtlCol="0" anchor="ctr"/>
          <a:lstStyle/>
          <a:p>
            <a:pPr algn="ctr">
              <a:lnSpc>
                <a:spcPts val="6000"/>
              </a:lnSpc>
            </a:pPr>
            <a:r>
              <a:rPr lang="en-US" sz="3400" b="1" dirty="0">
                <a:solidFill>
                  <a:srgbClr val="C9A84C"/>
                </a:solidFill>
                <a:latin typeface="Times New Roman"/>
              </a:rPr>
              <a:t>FEASIBILITY, NOVELTY AND COMMERCIAL VIABILITY</a:t>
            </a:r>
          </a:p>
        </p:txBody>
      </p:sp>
      <p:sp>
        <p:nvSpPr>
          <p:cNvPr id="108" name="ContentBox"/>
          <p:cNvSpPr txBox="1"/>
          <p:nvPr/>
        </p:nvSpPr>
        <p:spPr>
          <a:xfrm>
            <a:off x="457200" y="2730500"/>
            <a:ext cx="17373600" cy="3868047"/>
          </a:xfrm>
          <a:prstGeom prst="rect">
            <a:avLst/>
          </a:prstGeom>
          <a:noFill/>
        </p:spPr>
        <p:txBody>
          <a:bodyPr wrap="square" lIns="228600" tIns="114300" rIns="228600" bIns="114300" rtlCol="0" anchor="t">
            <a:spAutoFit/>
          </a:bodyPr>
          <a:lstStyle/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sz="2800" b="1" dirty="0">
                <a:solidFill>
                  <a:srgbClr val="152F4C"/>
                </a:solidFill>
                <a:latin typeface="Times New Roman"/>
              </a:rPr>
              <a:t>Feasibility Analysis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Analysis of the feasibility of the idea</a:t>
            </a:r>
          </a:p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sz="2800" b="1" dirty="0">
                <a:solidFill>
                  <a:srgbClr val="152F4C"/>
                </a:solidFill>
                <a:latin typeface="Times New Roman"/>
              </a:rPr>
              <a:t>Novelty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Explain how your solution is different from the existing solutions.</a:t>
            </a:r>
          </a:p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sz="2800" b="1" dirty="0">
                <a:solidFill>
                  <a:srgbClr val="152F4C"/>
                </a:solidFill>
                <a:latin typeface="Times New Roman"/>
              </a:rPr>
              <a:t>Commercial Viability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Potential challenges and risks</a:t>
            </a:r>
          </a:p>
          <a:p>
            <a:pPr marL="457200" indent="-457200" algn="l">
              <a:lnSpc>
                <a:spcPts val="3200"/>
              </a:lnSpc>
              <a:spcBef>
                <a:spcPts val="800"/>
              </a:spcBef>
              <a:buFont typeface="Times New Roman"/>
              <a:buChar char="▪"/>
            </a:pPr>
            <a:r>
              <a:rPr lang="en-US" sz="2400" dirty="0">
                <a:solidFill>
                  <a:srgbClr val="1A1A2E"/>
                </a:solidFill>
                <a:latin typeface="Times New Roman"/>
              </a:rPr>
              <a:t>Strategies for overcoming these challenges</a:t>
            </a:r>
          </a:p>
        </p:txBody>
      </p:sp>
      <p:sp>
        <p:nvSpPr>
          <p:cNvPr id="120" name="WebFooter"/>
          <p:cNvSpPr txBox="1"/>
          <p:nvPr/>
        </p:nvSpPr>
        <p:spPr>
          <a:xfrm>
            <a:off x="457200" y="9930600"/>
            <a:ext cx="17373600" cy="330200"/>
          </a:xfrm>
          <a:prstGeom prst="rect">
            <a:avLst/>
          </a:prstGeom>
          <a:noFill/>
        </p:spPr>
        <p:txBody>
          <a:bodyPr wrap="square" lIns="114300" tIns="0" rIns="114300" bIns="0" rtlCol="0" anchor="ctr"/>
          <a:lstStyle/>
          <a:p>
            <a:pPr algn="ctr"/>
            <a:r>
              <a:rPr lang="en-US" sz="1600" dirty="0">
                <a:solidFill>
                  <a:srgbClr val="C9A84C"/>
                </a:solidFill>
                <a:latin typeface="Times New Roman"/>
              </a:rPr>
              <a:t>www.yenartificia.com</a:t>
            </a:r>
          </a:p>
        </p:txBody>
      </p:sp>
      <p:sp>
        <p:nvSpPr>
          <p:cNvPr id="19" name="HeaderBand">
            <a:extLst>
              <a:ext uri="{FF2B5EF4-FFF2-40B4-BE49-F238E27FC236}">
                <a16:creationId xmlns:a16="http://schemas.microsoft.com/office/drawing/2014/main" id="{A1C42DE5-EFC2-2AC1-F0F2-5D34B3507060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8288000" cy="172761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20" name="GoldBar">
            <a:extLst>
              <a:ext uri="{FF2B5EF4-FFF2-40B4-BE49-F238E27FC236}">
                <a16:creationId xmlns:a16="http://schemas.microsoft.com/office/drawing/2014/main" id="{977E4541-83AD-9C1E-C624-764B7D3C6D8A}"/>
              </a:ext>
            </a:extLst>
          </p:cNvPr>
          <p:cNvSpPr>
            <a:spLocks noGrp="1"/>
          </p:cNvSpPr>
          <p:nvPr/>
        </p:nvSpPr>
        <p:spPr>
          <a:xfrm>
            <a:off x="0" y="1689100"/>
            <a:ext cx="18288000" cy="10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ogoRight">
            <a:extLst>
              <a:ext uri="{FF2B5EF4-FFF2-40B4-BE49-F238E27FC236}">
                <a16:creationId xmlns:a16="http://schemas.microsoft.com/office/drawing/2014/main" id="{8A3BD321-3C1F-0334-A249-7990D094A484}"/>
              </a:ext>
            </a:extLst>
          </p:cNvPr>
          <p:cNvSpPr/>
          <p:nvPr/>
        </p:nvSpPr>
        <p:spPr>
          <a:xfrm>
            <a:off x="14305446" y="104863"/>
            <a:ext cx="1714239" cy="1423501"/>
          </a:xfrm>
          <a:custGeom>
            <a:avLst/>
            <a:gdLst/>
            <a:ahLst/>
            <a:cxnLst/>
            <a:rect l="l" t="t" r="r" b="b"/>
            <a:pathLst>
              <a:path w="2133600" h="1981200">
                <a:moveTo>
                  <a:pt x="0" y="0"/>
                </a:moveTo>
                <a:lnTo>
                  <a:pt x="2133600" y="0"/>
                </a:lnTo>
                <a:lnTo>
                  <a:pt x="2133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D64F6DA-0DBD-F095-5FA3-2FE6C9F84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5" y="34948"/>
            <a:ext cx="3572714" cy="12033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DC3097F-44D9-1215-3810-323C2AA875BD}"/>
              </a:ext>
            </a:extLst>
          </p:cNvPr>
          <p:cNvSpPr txBox="1"/>
          <p:nvPr/>
        </p:nvSpPr>
        <p:spPr>
          <a:xfrm>
            <a:off x="1505172" y="1019220"/>
            <a:ext cx="218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sz="1400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093C6DC-B9DA-EB5D-7E97-0E9EB86B81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5E35F0-BBB1-EA9C-D41A-79C3884E54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5" y="906141"/>
            <a:ext cx="2104186" cy="670245"/>
          </a:xfrm>
          <a:prstGeom prst="rect">
            <a:avLst/>
          </a:prstGeom>
        </p:spPr>
      </p:pic>
      <p:sp>
        <p:nvSpPr>
          <p:cNvPr id="28" name="InstText">
            <a:extLst>
              <a:ext uri="{FF2B5EF4-FFF2-40B4-BE49-F238E27FC236}">
                <a16:creationId xmlns:a16="http://schemas.microsoft.com/office/drawing/2014/main" id="{76F9DF9D-7020-533F-08FE-44436B725D90}"/>
              </a:ext>
            </a:extLst>
          </p:cNvPr>
          <p:cNvSpPr txBox="1"/>
          <p:nvPr/>
        </p:nvSpPr>
        <p:spPr>
          <a:xfrm>
            <a:off x="3048000" y="-292305"/>
            <a:ext cx="12192000" cy="198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Yen </a:t>
            </a:r>
            <a:r>
              <a:rPr lang="en-US" sz="2000" b="1" dirty="0" err="1">
                <a:solidFill>
                  <a:schemeClr val="bg1"/>
                </a:solidFill>
                <a:latin typeface="Times New Roman"/>
              </a:rPr>
              <a:t>Artificia</a:t>
            </a:r>
            <a:br>
              <a:rPr lang="en-US" sz="2000" b="1" dirty="0">
                <a:solidFill>
                  <a:schemeClr val="bg1"/>
                </a:solidFill>
                <a:latin typeface="Times New Roman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The Student Association of AIML Department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in association with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/>
              </a:rPr>
              <a:t>IEEE Student Branch </a:t>
            </a:r>
            <a:r>
              <a:rPr lang="en-US" b="1" dirty="0">
                <a:solidFill>
                  <a:srgbClr val="E8E0D0"/>
                </a:solidFill>
                <a:latin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ISTE Student Chapter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presents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47F87E-6C19-2635-D84C-A71C47DA252A}"/>
              </a:ext>
            </a:extLst>
          </p:cNvPr>
          <p:cNvSpPr txBox="1"/>
          <p:nvPr/>
        </p:nvSpPr>
        <p:spPr>
          <a:xfrm>
            <a:off x="5229508" y="1257575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FUSION 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ooterBar"/>
          <p:cNvSpPr>
            <a:spLocks noGrp="1"/>
          </p:cNvSpPr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lideTitleBg"/>
          <p:cNvSpPr>
            <a:spLocks noGrp="1"/>
          </p:cNvSpPr>
          <p:nvPr/>
        </p:nvSpPr>
        <p:spPr>
          <a:xfrm>
            <a:off x="457200" y="1943100"/>
            <a:ext cx="17373600" cy="685800"/>
          </a:xfrm>
          <a:prstGeom prst="rect">
            <a:avLst/>
          </a:prstGeom>
          <a:solidFill>
            <a:srgbClr val="1E3D5C"/>
          </a:solidFill>
          <a:ln w="19050">
            <a:solidFill>
              <a:srgbClr val="C9A84C"/>
            </a:solidFill>
          </a:ln>
        </p:spPr>
        <p:txBody>
          <a:bodyPr wrap="square" lIns="228600" tIns="0" rIns="228600" bIns="0" rtlCol="0" anchor="ctr"/>
          <a:lstStyle/>
          <a:p>
            <a:pPr algn="ctr">
              <a:lnSpc>
                <a:spcPts val="6000"/>
              </a:lnSpc>
            </a:pPr>
            <a:r>
              <a:rPr lang="en-US" sz="3400" b="1" dirty="0">
                <a:solidFill>
                  <a:srgbClr val="C9A84C"/>
                </a:solidFill>
                <a:latin typeface="Times New Roman"/>
              </a:rPr>
              <a:t>REFERENCES</a:t>
            </a:r>
          </a:p>
        </p:txBody>
      </p:sp>
      <p:sp>
        <p:nvSpPr>
          <p:cNvPr id="108" name="RefsBox"/>
          <p:cNvSpPr txBox="1"/>
          <p:nvPr/>
        </p:nvSpPr>
        <p:spPr>
          <a:xfrm>
            <a:off x="457200" y="2705100"/>
            <a:ext cx="17373600" cy="6171000"/>
          </a:xfrm>
          <a:prstGeom prst="rect">
            <a:avLst/>
          </a:prstGeom>
          <a:noFill/>
        </p:spPr>
        <p:txBody>
          <a:bodyPr wrap="square" lIns="228600" tIns="228600" rIns="228600" bIns="228600" rtlCol="0" anchor="t"/>
          <a:lstStyle/>
          <a:p>
            <a:pPr algn="l">
              <a:lnSpc>
                <a:spcPts val="3400"/>
              </a:lnSpc>
            </a:pPr>
            <a:r>
              <a:rPr lang="en-US" sz="2200" i="1" dirty="0">
                <a:solidFill>
                  <a:srgbClr val="9999BB"/>
                </a:solidFill>
                <a:latin typeface="Times New Roman"/>
              </a:rPr>
              <a:t>[ List all references, citations, and resources used ]</a:t>
            </a:r>
          </a:p>
        </p:txBody>
      </p:sp>
      <p:sp>
        <p:nvSpPr>
          <p:cNvPr id="120" name="WebFooter"/>
          <p:cNvSpPr txBox="1"/>
          <p:nvPr/>
        </p:nvSpPr>
        <p:spPr>
          <a:xfrm>
            <a:off x="457200" y="9930600"/>
            <a:ext cx="17373600" cy="330200"/>
          </a:xfrm>
          <a:prstGeom prst="rect">
            <a:avLst/>
          </a:prstGeom>
          <a:noFill/>
        </p:spPr>
        <p:txBody>
          <a:bodyPr wrap="square" lIns="114300" tIns="0" rIns="114300" bIns="0" rtlCol="0" anchor="ctr"/>
          <a:lstStyle/>
          <a:p>
            <a:pPr algn="ctr"/>
            <a:r>
              <a:rPr lang="en-US" sz="1600" dirty="0">
                <a:solidFill>
                  <a:srgbClr val="C9A84C"/>
                </a:solidFill>
                <a:latin typeface="Times New Roman"/>
              </a:rPr>
              <a:t>www.yenartificia.com</a:t>
            </a:r>
          </a:p>
        </p:txBody>
      </p:sp>
      <p:sp>
        <p:nvSpPr>
          <p:cNvPr id="19" name="HeaderBand">
            <a:extLst>
              <a:ext uri="{FF2B5EF4-FFF2-40B4-BE49-F238E27FC236}">
                <a16:creationId xmlns:a16="http://schemas.microsoft.com/office/drawing/2014/main" id="{2B6E702B-71BF-E7BD-C627-E0627AD8CB45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8288000" cy="172761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20" name="GoldBar">
            <a:extLst>
              <a:ext uri="{FF2B5EF4-FFF2-40B4-BE49-F238E27FC236}">
                <a16:creationId xmlns:a16="http://schemas.microsoft.com/office/drawing/2014/main" id="{9CD311F5-0994-D557-E87F-5D364B3993DD}"/>
              </a:ext>
            </a:extLst>
          </p:cNvPr>
          <p:cNvSpPr>
            <a:spLocks noGrp="1"/>
          </p:cNvSpPr>
          <p:nvPr/>
        </p:nvSpPr>
        <p:spPr>
          <a:xfrm>
            <a:off x="0" y="1689100"/>
            <a:ext cx="18288000" cy="10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ogoRight">
            <a:extLst>
              <a:ext uri="{FF2B5EF4-FFF2-40B4-BE49-F238E27FC236}">
                <a16:creationId xmlns:a16="http://schemas.microsoft.com/office/drawing/2014/main" id="{9EB5BF28-6C9E-FAD3-652D-1C2995A6D454}"/>
              </a:ext>
            </a:extLst>
          </p:cNvPr>
          <p:cNvSpPr/>
          <p:nvPr/>
        </p:nvSpPr>
        <p:spPr>
          <a:xfrm>
            <a:off x="14305446" y="104863"/>
            <a:ext cx="1714239" cy="1423501"/>
          </a:xfrm>
          <a:custGeom>
            <a:avLst/>
            <a:gdLst/>
            <a:ahLst/>
            <a:cxnLst/>
            <a:rect l="l" t="t" r="r" b="b"/>
            <a:pathLst>
              <a:path w="2133600" h="1981200">
                <a:moveTo>
                  <a:pt x="0" y="0"/>
                </a:moveTo>
                <a:lnTo>
                  <a:pt x="2133600" y="0"/>
                </a:lnTo>
                <a:lnTo>
                  <a:pt x="2133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554DA92-96EA-7775-BC69-0EC5A0C90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5" y="34948"/>
            <a:ext cx="3572714" cy="12033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A8E09FA-1E47-04A8-C3E7-487AD01F6D6F}"/>
              </a:ext>
            </a:extLst>
          </p:cNvPr>
          <p:cNvSpPr txBox="1"/>
          <p:nvPr/>
        </p:nvSpPr>
        <p:spPr>
          <a:xfrm>
            <a:off x="1505172" y="1019220"/>
            <a:ext cx="218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sz="1400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D420401-2673-118B-2B7D-7535AE02C8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149" y="-79118"/>
            <a:ext cx="2025138" cy="11402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CFB88C-474E-0458-E557-A288BE9CE6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5" y="906141"/>
            <a:ext cx="2104186" cy="670245"/>
          </a:xfrm>
          <a:prstGeom prst="rect">
            <a:avLst/>
          </a:prstGeom>
        </p:spPr>
      </p:pic>
      <p:sp>
        <p:nvSpPr>
          <p:cNvPr id="28" name="InstText">
            <a:extLst>
              <a:ext uri="{FF2B5EF4-FFF2-40B4-BE49-F238E27FC236}">
                <a16:creationId xmlns:a16="http://schemas.microsoft.com/office/drawing/2014/main" id="{461D3A2C-4584-EC9B-80CD-03329F06F22E}"/>
              </a:ext>
            </a:extLst>
          </p:cNvPr>
          <p:cNvSpPr txBox="1"/>
          <p:nvPr/>
        </p:nvSpPr>
        <p:spPr>
          <a:xfrm>
            <a:off x="3048000" y="-292305"/>
            <a:ext cx="12192000" cy="198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Yen </a:t>
            </a:r>
            <a:r>
              <a:rPr lang="en-US" sz="2000" b="1" dirty="0" err="1">
                <a:solidFill>
                  <a:schemeClr val="bg1"/>
                </a:solidFill>
                <a:latin typeface="Times New Roman"/>
              </a:rPr>
              <a:t>Artificia</a:t>
            </a:r>
            <a:br>
              <a:rPr lang="en-US" sz="2000" b="1" dirty="0">
                <a:solidFill>
                  <a:schemeClr val="bg1"/>
                </a:solidFill>
                <a:latin typeface="Times New Roman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/>
              </a:rPr>
              <a:t>The Student Association of AIML Department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in association with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/>
              </a:rPr>
              <a:t>IEEE Student Branch </a:t>
            </a:r>
            <a:r>
              <a:rPr lang="en-US" b="1" dirty="0">
                <a:solidFill>
                  <a:srgbClr val="E8E0D0"/>
                </a:solidFill>
                <a:latin typeface="Times New Roman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Times New Roman"/>
              </a:rPr>
              <a:t>ISTE Student Chapter</a:t>
            </a:r>
          </a:p>
          <a:p>
            <a:pPr algn="ctr"/>
            <a:r>
              <a:rPr lang="en-US" sz="1400" b="1" dirty="0">
                <a:solidFill>
                  <a:srgbClr val="E8E0D0"/>
                </a:solidFill>
                <a:latin typeface="Times New Roman"/>
              </a:rPr>
              <a:t>presents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5F9D67-ED71-2101-8CFB-19A783C3A344}"/>
              </a:ext>
            </a:extLst>
          </p:cNvPr>
          <p:cNvSpPr txBox="1"/>
          <p:nvPr/>
        </p:nvSpPr>
        <p:spPr>
          <a:xfrm>
            <a:off x="5229508" y="1257575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FUSION 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Rect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2F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GoldTop"/>
          <p:cNvSpPr>
            <a:spLocks noGrp="1"/>
          </p:cNvSpPr>
          <p:nvPr/>
        </p:nvSpPr>
        <p:spPr>
          <a:xfrm>
            <a:off x="0" y="0"/>
            <a:ext cx="18288000" cy="152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GoldBottom"/>
          <p:cNvSpPr>
            <a:spLocks noGrp="1"/>
          </p:cNvSpPr>
          <p:nvPr/>
        </p:nvSpPr>
        <p:spPr>
          <a:xfrm>
            <a:off x="0" y="10134600"/>
            <a:ext cx="18288000" cy="152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hankYou"/>
          <p:cNvSpPr txBox="1"/>
          <p:nvPr/>
        </p:nvSpPr>
        <p:spPr>
          <a:xfrm>
            <a:off x="1828800" y="5143000"/>
            <a:ext cx="14630400" cy="2743200"/>
          </a:xfrm>
          <a:prstGeom prst="rect">
            <a:avLst/>
          </a:prstGeom>
          <a:noFill/>
        </p:spPr>
        <p:txBody>
          <a:bodyPr wrap="square" lIns="228600" tIns="228600" rIns="228600" bIns="228600" rtlCol="0" anchor="ctr"/>
          <a:lstStyle/>
          <a:p>
            <a:pPr algn="ctr">
              <a:lnSpc>
                <a:spcPts val="9000"/>
              </a:lnSpc>
            </a:pPr>
            <a:r>
              <a:rPr lang="en-US" sz="6400" b="1" dirty="0">
                <a:solidFill>
                  <a:srgbClr val="FFFFFF"/>
                </a:solidFill>
                <a:latin typeface="Times New Roman"/>
              </a:rPr>
              <a:t>Thank You</a:t>
            </a:r>
          </a:p>
          <a:p>
            <a:pPr algn="ctr"/>
            <a:r>
              <a:rPr lang="en-US" sz="2200" dirty="0">
                <a:solidFill>
                  <a:srgbClr val="C9A84C"/>
                </a:solidFill>
                <a:latin typeface="Times New Roman"/>
              </a:rPr>
              <a:t>www.yenartificia.com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FFBB56-23A1-0401-730F-283BFCA91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473182"/>
            <a:ext cx="4367817" cy="14711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0A4257-4BDD-AA21-49DB-E7DC56A7D316}"/>
              </a:ext>
            </a:extLst>
          </p:cNvPr>
          <p:cNvSpPr txBox="1"/>
          <p:nvPr/>
        </p:nvSpPr>
        <p:spPr>
          <a:xfrm>
            <a:off x="8172982" y="3693149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28A1C"/>
                </a:solidFill>
                <a:latin typeface="Times New Roman"/>
              </a:rPr>
              <a:t>Moodbidri</a:t>
            </a:r>
            <a:r>
              <a:rPr lang="en-US" dirty="0">
                <a:solidFill>
                  <a:srgbClr val="C9A84C"/>
                </a:solidFill>
                <a:latin typeface="Times New Roman"/>
              </a:rPr>
              <a:t>, </a:t>
            </a:r>
            <a:r>
              <a:rPr lang="en-US" sz="2000" dirty="0">
                <a:solidFill>
                  <a:srgbClr val="E98725"/>
                </a:solidFill>
                <a:latin typeface="Times New Roman"/>
              </a:rPr>
              <a:t>Mangalore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306</TotalTime>
  <Words>327</Words>
  <Application>Microsoft Office PowerPoint</Application>
  <PresentationFormat>Custom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Times New Roman</vt:lpstr>
      <vt:lpstr>Calibri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Green Modern Agriculture Company Profile Presentation</dc:title>
  <dc:creator>Vaibhav Rai A V</dc:creator>
  <cp:lastModifiedBy>Vaibhav Rai A V</cp:lastModifiedBy>
  <cp:revision>18</cp:revision>
  <dcterms:created xsi:type="dcterms:W3CDTF">2006-08-16T00:00:00Z</dcterms:created>
  <dcterms:modified xsi:type="dcterms:W3CDTF">2026-03-09T09:59:50Z</dcterms:modified>
  <dc:identifier>DAHDKWfv02M</dc:identifier>
</cp:coreProperties>
</file>